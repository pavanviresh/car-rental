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7" r:id="rId21"/>
    <p:sldId id="272" r:id="rId26"/>
    <p:sldId id="273" r:id="rId27"/>
    <p:sldId id="274" r:id="rId28"/>
    <p:sldId id="266" r:id="rId11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  <Relationship Id="rId21" Type="http://schemas.openxmlformats.org/officeDocument/2006/relationships/slide" Target="slides/slide13.xml"/>
  <Relationship Id="rId26" Type="http://schemas.openxmlformats.org/officeDocument/2006/relationships/slide" Target="slides/slide18.xml"/>
  <Relationship Id="rId27" Type="http://schemas.openxmlformats.org/officeDocument/2006/relationships/slide" Target="slides/slide19.xml"/>
  <Relationship Id="rId28" Type="http://schemas.openxmlformats.org/officeDocument/2006/relationships/slide" Target="slides/slide20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code_all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out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out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out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3000" b="1">
                <a:solidFill>
                  <a:srgbClr val="1E1B4B"/>
                </a:solidFill>
                <a:latin typeface="Aptos"/>
              </a:rPr>
              <a:t>CAR RENTAL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Presented by: P.Pavan Viresh, V.Sai Bhanumathi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Roll No: 2620040035, 2620040169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A console-based Java application for managing basic car rental operations.</a:t>
            </a:r>
            <a:endParaRPr lang="en-IN"/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Add and view cars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Rent cars and calculate charges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Return cars and update availability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Display car categories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Uses classes, objects, ArrayList, arrays, methods, loops, conditions and exception handling.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Problem: Manual tracking of cars, rental status and charges can be confusing.</a:t>
            </a:r>
            <a:endParaRPr lang="en-IN"/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Objectives: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Store car name, daily price and rental status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Show car availability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Prevent renting an already-rented car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Validate rental days and car number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Calculate rental charges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Scope: Data is stored in memory and resets when the program ends.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 1 — 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The project divides the problem into smaller operations:</a:t>
            </a:r>
            <a:endParaRPr lang="en-IN"/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Add a car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View all cars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Rent a car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Return a car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View car types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The main menu lets the user select an operation. Each menu choice calls a separate method.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 2 — Classes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Car class fields:</a:t>
            </a:r>
            <a:endParaRPr lang="en-IN"/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name — car name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price — rental price per day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rented — availability status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The constructor initializes name and price, and sets rented to false.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Example: new Car(name, price) creates a new car object.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 3 — Arrays and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String[] carTypes stores four fixed categories: Hatchback, Sedan, SUV and Luxury.</a:t>
            </a:r>
            <a:endParaRPr lang="en-IN"/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ArrayList&lt;Car&gt; cars stores a variable number of car objects.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add() inserts a car; get() accesses a car; size() gives the number of cars.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for loops display car details and categories.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 4 — Methods and 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addCar() — adds a car</a:t>
            </a:r>
            <a:endParaRPr lang="en-IN"/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viewCars() — displays car details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rentCar() — rents a car and calculates the charge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returnCar() — marks a car available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viewCarTypes() — lists categories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main() — controls the menu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A do-while loop repeats the menu; switch selects an operation; if-else checks conditions.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 5 — Validation and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The program checks that:</a:t>
            </a:r>
            <a:endParaRPr lang="en-IN"/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The car list is not empty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The selected car is not already rented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Rental days are greater than zero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The car number refers to a valid list index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try-catch handles IndexOutOfBoundsException and displays “Invalid car number!”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 6 — Input, Processing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Input: Scanner reads menu choices, car details, car number and rental days.</a:t>
            </a:r>
            <a:endParaRPr lang="en-IN"/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Processing: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Store car objects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Check availability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Calculate charge = price per day × number of days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Update rented status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Output: Car details, rental charges and confirmation/error messages.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This project demonstrates core Java concepts through a practical car rental example.</a:t>
            </a:r>
            <a:endParaRPr lang="en-IN"/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Classes and objects represent cars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ArrayList stores car objects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Methods organize operations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Loops and switch manage program flow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Conditions and exception handling manage invalid situations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Future scope: customer details, payment options, rental dates and database storage.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Main features:</a:t>
            </a:r>
            <a:endParaRPr lang="en-IN"/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Add and view cars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Rent cars and calculate charges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Return cars and update availability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• Display car categories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Key Java concepts: classes, objects, arrays, ArrayList, methods, loops, switch, if-else and try-catch.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B3A52"/>
                </a:solidFill>
                <a:latin typeface="Aptos"/>
              </a:rPr>
              <a:t>Example: If a car costs Rs. 1,000 per day and is rented for 3 days, the charge is Rs. 3,000.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685800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Program Code — CarRental1.java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lete Java source code of the Car Rental Management Syst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914400"/>
            <a:ext cx="1164031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685800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Program Output — Add, View and Rent Cars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sole output: adding two cars, viewing them and renting o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" y="960120"/>
            <a:ext cx="1106424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685800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Program Output — Validation Checks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sole output: already rented, invalid car number and invalid days messag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" y="960120"/>
            <a:ext cx="1106424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685800"/>
          </a:xfrm>
        </p:spPr>
        <p:txBody>
          <a:bodyPr/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1E1B4B"/>
                </a:solidFill>
                <a:latin typeface="Aptos"/>
              </a:rPr>
              <a:t>Program Output — Return, Car Types and Exit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700"/>
              </a:spcAft>
            </a:pPr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sole output: invalid return, returning a car, car types and exi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" y="960120"/>
            <a:ext cx="1106424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1B4B"/>
      </a:dk2>
      <a:lt2>
        <a:srgbClr val="EDE9FE"/>
      </a:lt2>
      <a:accent1>
        <a:srgbClr val="6D28D9"/>
      </a:accent1>
      <a:accent2>
        <a:srgbClr val="F97316"/>
      </a:accent2>
      <a:accent3>
        <a:srgbClr val="1E1B4B"/>
      </a:accent3>
      <a:accent4>
        <a:srgbClr val="8B5CF6"/>
      </a:accent4>
      <a:accent5>
        <a:srgbClr val="C2410C"/>
      </a:accent5>
      <a:accent6>
        <a:srgbClr val="3B3A52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